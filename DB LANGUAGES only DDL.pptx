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0" r:id="rId7"/>
    <p:sldId id="261" r:id="rId8"/>
    <p:sldId id="262"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EE698-8935-85D3-A49D-941FDB2606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77FD26-8D4E-34AD-0BE7-F323B90885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BBA787-A83B-6AAA-7598-41E9A0B750AF}"/>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5" name="Footer Placeholder 4">
            <a:extLst>
              <a:ext uri="{FF2B5EF4-FFF2-40B4-BE49-F238E27FC236}">
                <a16:creationId xmlns:a16="http://schemas.microsoft.com/office/drawing/2014/main" id="{1CB273A3-6DC7-99EF-4E03-084B9CCFA8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BEB47E-5BE8-EF75-7AFC-F7D7F2A7D16F}"/>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3891391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E46DC-9A7A-215D-1C61-A841F46B90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209546-D80E-F80D-EF36-25829D90F9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F8B61-84FA-43CD-897B-B65CC23AE3A1}"/>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5" name="Footer Placeholder 4">
            <a:extLst>
              <a:ext uri="{FF2B5EF4-FFF2-40B4-BE49-F238E27FC236}">
                <a16:creationId xmlns:a16="http://schemas.microsoft.com/office/drawing/2014/main" id="{8DE89206-1197-8BEF-179E-9F71A9CC6D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AD7229-36E3-D5F1-8B84-65BC1126D7A5}"/>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4068090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5EE9B-C82A-C7FB-1646-E30804D6EE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E85C55-CF1E-A5FC-255E-78EE2BE31F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E79643-B7A9-8569-4CDB-E79EB571C7F4}"/>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5" name="Footer Placeholder 4">
            <a:extLst>
              <a:ext uri="{FF2B5EF4-FFF2-40B4-BE49-F238E27FC236}">
                <a16:creationId xmlns:a16="http://schemas.microsoft.com/office/drawing/2014/main" id="{0B4C5037-658C-4936-6A44-2DB15C167C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D4A3CF-2E25-6F5F-BCE7-434CC6412F75}"/>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2351082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D77E-05AF-BD71-ECF6-6D2FE153F5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DF997E-445D-0EB5-7290-89EFB94936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0A8906-ED1B-BB52-2684-92D052CEF9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76A4C5-7C78-E13A-70AF-A20A18830AAD}"/>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6" name="Footer Placeholder 5">
            <a:extLst>
              <a:ext uri="{FF2B5EF4-FFF2-40B4-BE49-F238E27FC236}">
                <a16:creationId xmlns:a16="http://schemas.microsoft.com/office/drawing/2014/main" id="{A0424E2A-F1BC-F0AB-17F0-7368CC98F9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384630-AC16-458D-99F9-22FA0AFE029A}"/>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3911091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AFB87-50F6-0B4B-2A1D-C72056788A6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18A385-F082-70A6-A404-3585851770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A073CD-C38C-96A7-EF61-9244C948A3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E3DAD5-22F5-A578-51B1-2E13E1C6CF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65AAF7-B276-EE2A-8330-F8479552CF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0E4579-4363-1CD7-BA04-D9733F507220}"/>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8" name="Footer Placeholder 7">
            <a:extLst>
              <a:ext uri="{FF2B5EF4-FFF2-40B4-BE49-F238E27FC236}">
                <a16:creationId xmlns:a16="http://schemas.microsoft.com/office/drawing/2014/main" id="{2B795ECE-A726-43C3-7DB7-3184C125677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20AD83-5757-E1CB-66AB-1C52A5196973}"/>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4142163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1B038-8D0F-45D1-81CF-9F029D9E68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0DB0207-0A79-A566-BFCA-936AEC42C241}"/>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4" name="Footer Placeholder 3">
            <a:extLst>
              <a:ext uri="{FF2B5EF4-FFF2-40B4-BE49-F238E27FC236}">
                <a16:creationId xmlns:a16="http://schemas.microsoft.com/office/drawing/2014/main" id="{66DD17B7-B78F-41FC-88E6-24039D431C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E9DF54-FE99-9FC7-93ED-C0D3ABA920F6}"/>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2050709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78F25-63D0-AFD0-BC1F-B6F3735A7BA0}"/>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3" name="Footer Placeholder 2">
            <a:extLst>
              <a:ext uri="{FF2B5EF4-FFF2-40B4-BE49-F238E27FC236}">
                <a16:creationId xmlns:a16="http://schemas.microsoft.com/office/drawing/2014/main" id="{BEED49D5-D336-14DF-5604-A819B0DF7A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9ECA41-70F7-BD81-2AB2-AA906F7F3D4B}"/>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2294000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A781-B20B-F3D2-5F74-0E3C8335A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5A6859-43D8-7E4C-52CD-406048257B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0AE5299-5C0A-FCA8-C456-8396A76580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68BDEC-9B0F-F5D3-97A9-FE94EF465E65}"/>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6" name="Footer Placeholder 5">
            <a:extLst>
              <a:ext uri="{FF2B5EF4-FFF2-40B4-BE49-F238E27FC236}">
                <a16:creationId xmlns:a16="http://schemas.microsoft.com/office/drawing/2014/main" id="{62D5C012-3C0C-A713-D754-BF6413F5BC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ED4873-1743-D297-F765-B60F4526A558}"/>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1063759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E2AE5-9D2B-0E33-8DA5-C9627DAB60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FA4F29-B691-5D24-2A70-7033BF3322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F0AD201-91A7-EC2D-F33E-A2A2A700CE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C0EBE8-EAF9-34A0-6CB1-F97DC469B67F}"/>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6" name="Footer Placeholder 5">
            <a:extLst>
              <a:ext uri="{FF2B5EF4-FFF2-40B4-BE49-F238E27FC236}">
                <a16:creationId xmlns:a16="http://schemas.microsoft.com/office/drawing/2014/main" id="{FEFDF14E-4F3A-B534-96B1-9C986BD0E3E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112930-6448-EB12-FB97-AF8B99556D7C}"/>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600857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43FB3-35DB-C1DA-FB5B-70A84C53ED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0F8CCA-0C50-766A-8B72-23B40AABD1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23C2E8-8375-2F2B-7268-29EFA024C814}"/>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5" name="Footer Placeholder 4">
            <a:extLst>
              <a:ext uri="{FF2B5EF4-FFF2-40B4-BE49-F238E27FC236}">
                <a16:creationId xmlns:a16="http://schemas.microsoft.com/office/drawing/2014/main" id="{20498663-5CC9-D9AE-929C-7E0BA8ADA5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B3FBCD-86A1-EB41-7AE3-48A5E4FB1CB6}"/>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632164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DCC4BB-C917-D4B9-B3F6-D732553BAB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93465E-6EEC-6915-33B0-7DC60531EE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ED7F7D-95BB-225C-3235-88D723B38965}"/>
              </a:ext>
            </a:extLst>
          </p:cNvPr>
          <p:cNvSpPr>
            <a:spLocks noGrp="1"/>
          </p:cNvSpPr>
          <p:nvPr>
            <p:ph type="dt" sz="half" idx="10"/>
          </p:nvPr>
        </p:nvSpPr>
        <p:spPr/>
        <p:txBody>
          <a:bodyPr/>
          <a:lstStyle/>
          <a:p>
            <a:fld id="{4EAD7552-FFF8-43C3-B3EB-200F24E96A70}" type="datetimeFigureOut">
              <a:rPr lang="en-IN" smtClean="0"/>
              <a:t>24-01-2025</a:t>
            </a:fld>
            <a:endParaRPr lang="en-IN"/>
          </a:p>
        </p:txBody>
      </p:sp>
      <p:sp>
        <p:nvSpPr>
          <p:cNvPr id="5" name="Footer Placeholder 4">
            <a:extLst>
              <a:ext uri="{FF2B5EF4-FFF2-40B4-BE49-F238E27FC236}">
                <a16:creationId xmlns:a16="http://schemas.microsoft.com/office/drawing/2014/main" id="{3FB59729-BAB4-A55F-8E3F-65F4DC4EE2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87D0FE-4073-AAEF-90DF-5FA469897DDA}"/>
              </a:ext>
            </a:extLst>
          </p:cNvPr>
          <p:cNvSpPr>
            <a:spLocks noGrp="1"/>
          </p:cNvSpPr>
          <p:nvPr>
            <p:ph type="sldNum" sz="quarter" idx="12"/>
          </p:nvPr>
        </p:nvSpPr>
        <p:spPr/>
        <p:txBody>
          <a:bodyPr/>
          <a:lstStyle/>
          <a:p>
            <a:fld id="{7B8E119D-0F70-424A-A97D-5C5D6B685A20}" type="slidenum">
              <a:rPr lang="en-IN" smtClean="0"/>
              <a:t>‹#›</a:t>
            </a:fld>
            <a:endParaRPr lang="en-IN"/>
          </a:p>
        </p:txBody>
      </p:sp>
    </p:spTree>
    <p:extLst>
      <p:ext uri="{BB962C8B-B14F-4D97-AF65-F5344CB8AC3E}">
        <p14:creationId xmlns:p14="http://schemas.microsoft.com/office/powerpoint/2010/main" val="288876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422099-3038-0B8C-88D9-AEC7B99E32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380C49-C0EE-97E2-5401-7187F4157B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9238C5-0788-C7E3-C134-38AB725916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AD7552-FFF8-43C3-B3EB-200F24E96A70}" type="datetimeFigureOut">
              <a:rPr lang="en-IN" smtClean="0"/>
              <a:t>24-01-2025</a:t>
            </a:fld>
            <a:endParaRPr lang="en-IN"/>
          </a:p>
        </p:txBody>
      </p:sp>
      <p:sp>
        <p:nvSpPr>
          <p:cNvPr id="5" name="Footer Placeholder 4">
            <a:extLst>
              <a:ext uri="{FF2B5EF4-FFF2-40B4-BE49-F238E27FC236}">
                <a16:creationId xmlns:a16="http://schemas.microsoft.com/office/drawing/2014/main" id="{9D886955-F3D5-0AAC-BA19-55D608AC4E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4871FE2-098B-00A2-E6CA-1045AA853E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8E119D-0F70-424A-A97D-5C5D6B685A20}" type="slidenum">
              <a:rPr lang="en-IN" smtClean="0"/>
              <a:t>‹#›</a:t>
            </a:fld>
            <a:endParaRPr lang="en-IN"/>
          </a:p>
        </p:txBody>
      </p:sp>
    </p:spTree>
    <p:extLst>
      <p:ext uri="{BB962C8B-B14F-4D97-AF65-F5344CB8AC3E}">
        <p14:creationId xmlns:p14="http://schemas.microsoft.com/office/powerpoint/2010/main" val="3585468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scaler.com/topics/schema-in-dbms/" TargetMode="External"/><Relationship Id="rId2" Type="http://schemas.openxmlformats.org/officeDocument/2006/relationships/hyperlink" Target="https://www.scaler.com/topics/ddl-in-dbm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E2B328-A230-5583-D4C5-E9DD77CE8B47}"/>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CBE685BC-FF7A-B2AA-FED4-3B87D12AE6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057" y="-422108"/>
            <a:ext cx="11952514" cy="8477537"/>
          </a:xfrm>
        </p:spPr>
      </p:pic>
    </p:spTree>
    <p:extLst>
      <p:ext uri="{BB962C8B-B14F-4D97-AF65-F5344CB8AC3E}">
        <p14:creationId xmlns:p14="http://schemas.microsoft.com/office/powerpoint/2010/main" val="52916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D69A-82F9-8198-78C8-D3D14BBBEF3C}"/>
              </a:ext>
            </a:extLst>
          </p:cNvPr>
          <p:cNvSpPr>
            <a:spLocks noGrp="1"/>
          </p:cNvSpPr>
          <p:nvPr>
            <p:ph type="title"/>
          </p:nvPr>
        </p:nvSpPr>
        <p:spPr/>
        <p:txBody>
          <a:bodyPr/>
          <a:lstStyle/>
          <a:p>
            <a:r>
              <a:rPr lang="en-US" b="1" i="0" dirty="0">
                <a:effectLst/>
                <a:latin typeface="__Source_Sans_Pro_2fe30b"/>
              </a:rPr>
              <a:t>Data Definition Language (DDL)</a:t>
            </a:r>
            <a:br>
              <a:rPr lang="en-US" b="1" i="0" dirty="0">
                <a:effectLst/>
                <a:latin typeface="__Source_Sans_Pro_2fe30b"/>
              </a:rPr>
            </a:br>
            <a:endParaRPr lang="en-IN" dirty="0"/>
          </a:p>
        </p:txBody>
      </p:sp>
      <p:sp>
        <p:nvSpPr>
          <p:cNvPr id="3" name="Content Placeholder 2">
            <a:extLst>
              <a:ext uri="{FF2B5EF4-FFF2-40B4-BE49-F238E27FC236}">
                <a16:creationId xmlns:a16="http://schemas.microsoft.com/office/drawing/2014/main" id="{4C8ADBEA-4BC5-551B-4032-93CBA69F75A7}"/>
              </a:ext>
            </a:extLst>
          </p:cNvPr>
          <p:cNvSpPr>
            <a:spLocks noGrp="1"/>
          </p:cNvSpPr>
          <p:nvPr>
            <p:ph idx="1"/>
          </p:nvPr>
        </p:nvSpPr>
        <p:spPr>
          <a:xfrm>
            <a:off x="838200" y="1295400"/>
            <a:ext cx="10515600" cy="4881563"/>
          </a:xfrm>
        </p:spPr>
        <p:txBody>
          <a:bodyPr>
            <a:normAutofit lnSpcReduction="10000"/>
          </a:bodyPr>
          <a:lstStyle/>
          <a:p>
            <a:pPr marL="0" indent="0" algn="just">
              <a:lnSpc>
                <a:spcPct val="150000"/>
              </a:lnSpc>
              <a:buNone/>
            </a:pPr>
            <a:endParaRPr lang="en-US" sz="36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marL="0" indent="0" algn="just">
              <a:lnSpc>
                <a:spcPct val="150000"/>
              </a:lnSpc>
              <a:buNone/>
            </a:pPr>
            <a:r>
              <a:rPr lang="en-US" sz="36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Data Definition Language (DDL)</a:t>
            </a:r>
            <a:r>
              <a:rPr lang="en-US" sz="3600" b="0" i="0" dirty="0">
                <a:effectLst/>
                <a:latin typeface="Times New Roman" panose="02020603050405020304" pitchFamily="18" charset="0"/>
                <a:cs typeface="Times New Roman" panose="02020603050405020304" pitchFamily="18" charset="0"/>
              </a:rPr>
              <a:t> is a set of special commands that allows us to define and modify the structure and the metadata of the database. These commands can be used to create, modify, and delete the database structures such as </a:t>
            </a:r>
            <a:r>
              <a:rPr lang="en-US" sz="3600" b="0" i="0" u="none" strike="noStrike" dirty="0">
                <a:effectLst/>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schema</a:t>
            </a:r>
            <a:r>
              <a:rPr lang="en-US" sz="3600" b="0" i="0" dirty="0">
                <a:effectLst/>
                <a:latin typeface="Times New Roman" panose="02020603050405020304" pitchFamily="18" charset="0"/>
                <a:cs typeface="Times New Roman" panose="02020603050405020304" pitchFamily="18" charset="0"/>
              </a:rPr>
              <a:t>, tables, indexes, etc.</a:t>
            </a:r>
          </a:p>
          <a:p>
            <a:pPr algn="just">
              <a:lnSpc>
                <a:spcPct val="150000"/>
              </a:lnSpc>
            </a:pP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39170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62AAE-FF26-D240-4CCB-44ABB640E4C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20CA51D-FAFA-ADC4-BE8B-19667B47DA30}"/>
              </a:ext>
            </a:extLst>
          </p:cNvPr>
          <p:cNvPicPr>
            <a:picLocks noGrp="1" noChangeAspect="1"/>
          </p:cNvPicPr>
          <p:nvPr>
            <p:ph idx="1"/>
          </p:nvPr>
        </p:nvPicPr>
        <p:blipFill>
          <a:blip r:embed="rId2"/>
          <a:stretch>
            <a:fillRect/>
          </a:stretch>
        </p:blipFill>
        <p:spPr>
          <a:xfrm>
            <a:off x="167656" y="365124"/>
            <a:ext cx="11639658" cy="6329589"/>
          </a:xfrm>
        </p:spPr>
      </p:pic>
    </p:spTree>
    <p:extLst>
      <p:ext uri="{BB962C8B-B14F-4D97-AF65-F5344CB8AC3E}">
        <p14:creationId xmlns:p14="http://schemas.microsoft.com/office/powerpoint/2010/main" val="3435168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F90B-058C-468A-1EC1-5FDAAF3A362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5C4A1EC-FE41-870C-69BC-9D567C201AAE}"/>
              </a:ext>
            </a:extLst>
          </p:cNvPr>
          <p:cNvPicPr>
            <a:picLocks noGrp="1" noChangeAspect="1"/>
          </p:cNvPicPr>
          <p:nvPr>
            <p:ph idx="1"/>
          </p:nvPr>
        </p:nvPicPr>
        <p:blipFill>
          <a:blip r:embed="rId2"/>
          <a:stretch>
            <a:fillRect/>
          </a:stretch>
        </p:blipFill>
        <p:spPr>
          <a:xfrm>
            <a:off x="1207780" y="365125"/>
            <a:ext cx="9810303" cy="6003018"/>
          </a:xfrm>
        </p:spPr>
      </p:pic>
    </p:spTree>
    <p:extLst>
      <p:ext uri="{BB962C8B-B14F-4D97-AF65-F5344CB8AC3E}">
        <p14:creationId xmlns:p14="http://schemas.microsoft.com/office/powerpoint/2010/main" val="18525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D6F8E-C0F6-2490-CC4A-5129133DD9A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8D2E8AF-AA8C-78EC-91BE-5A076BC1F69E}"/>
              </a:ext>
            </a:extLst>
          </p:cNvPr>
          <p:cNvPicPr>
            <a:picLocks noGrp="1" noChangeAspect="1"/>
          </p:cNvPicPr>
          <p:nvPr>
            <p:ph idx="1"/>
          </p:nvPr>
        </p:nvPicPr>
        <p:blipFill>
          <a:blip r:embed="rId2"/>
          <a:stretch>
            <a:fillRect/>
          </a:stretch>
        </p:blipFill>
        <p:spPr>
          <a:xfrm>
            <a:off x="692055" y="843952"/>
            <a:ext cx="10646782" cy="5230279"/>
          </a:xfrm>
        </p:spPr>
      </p:pic>
    </p:spTree>
    <p:extLst>
      <p:ext uri="{BB962C8B-B14F-4D97-AF65-F5344CB8AC3E}">
        <p14:creationId xmlns:p14="http://schemas.microsoft.com/office/powerpoint/2010/main" val="1368162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B25BA-E18C-A086-D3B7-B49D9EF1A61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12EEDF6-4772-5A16-2A71-5EFA6B81E233}"/>
              </a:ext>
            </a:extLst>
          </p:cNvPr>
          <p:cNvPicPr>
            <a:picLocks noGrp="1" noChangeAspect="1"/>
          </p:cNvPicPr>
          <p:nvPr>
            <p:ph idx="1"/>
          </p:nvPr>
        </p:nvPicPr>
        <p:blipFill>
          <a:blip r:embed="rId2"/>
          <a:stretch>
            <a:fillRect/>
          </a:stretch>
        </p:blipFill>
        <p:spPr>
          <a:xfrm>
            <a:off x="550558" y="653452"/>
            <a:ext cx="10350114" cy="5551095"/>
          </a:xfrm>
        </p:spPr>
      </p:pic>
    </p:spTree>
    <p:extLst>
      <p:ext uri="{BB962C8B-B14F-4D97-AF65-F5344CB8AC3E}">
        <p14:creationId xmlns:p14="http://schemas.microsoft.com/office/powerpoint/2010/main" val="2111152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F9B26-A796-894B-52C0-3BA3BC824E4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53255E4-F898-4B67-D233-DFC791D0467A}"/>
              </a:ext>
            </a:extLst>
          </p:cNvPr>
          <p:cNvPicPr>
            <a:picLocks noGrp="1" noChangeAspect="1"/>
          </p:cNvPicPr>
          <p:nvPr>
            <p:ph idx="1"/>
          </p:nvPr>
        </p:nvPicPr>
        <p:blipFill>
          <a:blip r:embed="rId2"/>
          <a:stretch>
            <a:fillRect/>
          </a:stretch>
        </p:blipFill>
        <p:spPr>
          <a:xfrm>
            <a:off x="964661" y="636534"/>
            <a:ext cx="10636580" cy="5296180"/>
          </a:xfrm>
        </p:spPr>
      </p:pic>
    </p:spTree>
    <p:extLst>
      <p:ext uri="{BB962C8B-B14F-4D97-AF65-F5344CB8AC3E}">
        <p14:creationId xmlns:p14="http://schemas.microsoft.com/office/powerpoint/2010/main" val="412314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59EAF-3198-325C-B68D-AEFF65287BB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D1F719B-7F3B-6AD7-CC17-7B98EADC004D}"/>
              </a:ext>
            </a:extLst>
          </p:cNvPr>
          <p:cNvPicPr>
            <a:picLocks noGrp="1" noChangeAspect="1"/>
          </p:cNvPicPr>
          <p:nvPr>
            <p:ph idx="1"/>
          </p:nvPr>
        </p:nvPicPr>
        <p:blipFill>
          <a:blip r:embed="rId2"/>
          <a:stretch>
            <a:fillRect/>
          </a:stretch>
        </p:blipFill>
        <p:spPr>
          <a:xfrm>
            <a:off x="838200" y="365125"/>
            <a:ext cx="10711948" cy="4685846"/>
          </a:xfrm>
        </p:spPr>
      </p:pic>
    </p:spTree>
    <p:extLst>
      <p:ext uri="{BB962C8B-B14F-4D97-AF65-F5344CB8AC3E}">
        <p14:creationId xmlns:p14="http://schemas.microsoft.com/office/powerpoint/2010/main" val="332296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5A5AE-03ED-0329-8B91-613837741C6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1519720-F20D-F9BC-C1DE-A27A0D363478}"/>
              </a:ext>
            </a:extLst>
          </p:cNvPr>
          <p:cNvPicPr>
            <a:picLocks noGrp="1" noChangeAspect="1"/>
          </p:cNvPicPr>
          <p:nvPr>
            <p:ph idx="1"/>
          </p:nvPr>
        </p:nvPicPr>
        <p:blipFill>
          <a:blip r:embed="rId2"/>
          <a:stretch>
            <a:fillRect/>
          </a:stretch>
        </p:blipFill>
        <p:spPr>
          <a:xfrm>
            <a:off x="838200" y="631371"/>
            <a:ext cx="10926952" cy="4887686"/>
          </a:xfrm>
        </p:spPr>
      </p:pic>
    </p:spTree>
    <p:extLst>
      <p:ext uri="{BB962C8B-B14F-4D97-AF65-F5344CB8AC3E}">
        <p14:creationId xmlns:p14="http://schemas.microsoft.com/office/powerpoint/2010/main" val="27158141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60</Words>
  <Application>Microsoft Office PowerPoint</Application>
  <PresentationFormat>Widescreen</PresentationFormat>
  <Paragraphs>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__Source_Sans_Pro_2fe30b</vt:lpstr>
      <vt:lpstr>Arial</vt:lpstr>
      <vt:lpstr>Calibri</vt:lpstr>
      <vt:lpstr>Calibri Light</vt:lpstr>
      <vt:lpstr>Times New Roman</vt:lpstr>
      <vt:lpstr>Office Theme</vt:lpstr>
      <vt:lpstr>PowerPoint Presentation</vt:lpstr>
      <vt:lpstr>Data Definition Language (DDL)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murali krishna</dc:creator>
  <cp:lastModifiedBy>murali krishna</cp:lastModifiedBy>
  <cp:revision>8</cp:revision>
  <dcterms:created xsi:type="dcterms:W3CDTF">2025-01-24T05:26:08Z</dcterms:created>
  <dcterms:modified xsi:type="dcterms:W3CDTF">2025-01-24T05:43:51Z</dcterms:modified>
</cp:coreProperties>
</file>