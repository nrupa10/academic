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9" r:id="rId14"/>
    <p:sldId id="270" r:id="rId15"/>
    <p:sldId id="271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D4B3-88E2-1AF6-09DE-4E41D7FFE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509D0-2350-5AE1-B72A-C7BCBB618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446B0-BB71-FB32-48E8-B62A6E2EF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4A1-D7C0-4DAF-9D19-F0B5802B043D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BD02D-0489-25C4-C63E-1C007C040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BC4C5-2A55-E842-C278-0F8FC191E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47E8-6EF4-4D84-95A6-A6316AF3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553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2D69-AC23-7547-7659-272050C7C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6CEC3-38F6-664A-EC86-C423E5C26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77C5E-B26E-A551-D049-278DE5737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4A1-D7C0-4DAF-9D19-F0B5802B043D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0C765-4682-0157-4421-E26B0D7D4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AD377-A735-3DC7-1EDF-ECEC15BE0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47E8-6EF4-4D84-95A6-A6316AF3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658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F1C5-A4BA-A1A9-2074-55F8B7923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62632-9086-9DE8-5A12-C4AFB61AF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4B456-7AA9-8F13-00F2-37315AAA2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4A1-D7C0-4DAF-9D19-F0B5802B043D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02A14-521D-3D2D-3D85-9F56AEFA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440B1-BC54-E10B-FC7C-98694FD94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47E8-6EF4-4D84-95A6-A6316AF3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937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12FFE-3DE8-5B51-76F6-448F18F37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FC563-B7EA-398B-7F32-A702C64F9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67FE1-E6E8-7E56-4DC9-A345679CD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7BD40-9855-6C44-9739-8F726B6DF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4A1-D7C0-4DAF-9D19-F0B5802B043D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907EE-3756-46D8-EDA8-0C31F3C97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E1991-8E9D-021B-C3CB-286B01D9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47E8-6EF4-4D84-95A6-A6316AF3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01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07D8E-5857-6571-55F6-9AC0ABE4A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035B6-487D-3DFE-C138-9C6440B29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F947B-380B-6166-463C-D701DECEC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FE1D90-2B44-5B11-D8F1-60839D56F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171B1-117A-456C-C2A7-3E6D7CE696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091B61-9D90-1F3F-D6AF-C6549CD4B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4A1-D7C0-4DAF-9D19-F0B5802B043D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5F2C20-5692-E581-35C9-604244D73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DE6C97-1654-76F8-4046-E75435CAE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47E8-6EF4-4D84-95A6-A6316AF3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495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F5F6-202A-1D34-6896-DC1AE34B1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4BCBC9-633C-7AFB-0218-6AFD2D594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4A1-D7C0-4DAF-9D19-F0B5802B043D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ABDF5-11BD-2DF7-C088-1E1EE9549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A0C92F-BC4A-C04E-9C9D-10097B24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47E8-6EF4-4D84-95A6-A6316AF3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604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B237D7-CBD1-ECD4-796D-9F0B50028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4A1-D7C0-4DAF-9D19-F0B5802B043D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9DD7E3-A638-36F7-93BC-671F77FF4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02B5F-B574-AC8D-F058-CA929CFC3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47E8-6EF4-4D84-95A6-A6316AF3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798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51394-86E3-AFF1-53CB-DE2D2692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4F2AA-EB15-E21A-D60B-689A81CBF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08A79-F4D9-E2A2-7F0A-64EA91085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6E6EF-C9EB-4ECA-54F2-BD03B2B42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4A1-D7C0-4DAF-9D19-F0B5802B043D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6FF73-F38A-54FC-ADDC-103B60B1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527F7-545E-A1B0-0F2E-3BF0A65A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47E8-6EF4-4D84-95A6-A6316AF3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71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FB65D-E001-387B-5533-9C200DF0C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D50CCB-8813-FDD5-37E3-C77F3C24F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2013E-3B86-3E9A-FFB7-8ACB191FA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6F90F-DBBC-A6B2-9163-DFBC1CE2A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4A1-D7C0-4DAF-9D19-F0B5802B043D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95BCA-8664-AEE4-EB8C-0DA1ED1B5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BC178-37F1-DAA1-E8DF-F90021DE3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47E8-6EF4-4D84-95A6-A6316AF3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85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335F9-167D-F88B-B740-4C8152E5E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B6E8A3-5E44-C5DD-699F-ABCBB1ACC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DBABE-78BE-FABA-EFB2-6A97DFCA0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4A1-D7C0-4DAF-9D19-F0B5802B043D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A8535-D84E-4E4A-3F83-5995E316D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44F82-E97F-0D85-F6A4-61877B484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47E8-6EF4-4D84-95A6-A6316AF3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955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F9EB72-A13B-86A4-5205-963E2523F1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FDD210-283F-1331-E990-BA3285E22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83D3B-3E2C-602A-88E9-5E8024B65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4A1-D7C0-4DAF-9D19-F0B5802B043D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70358-AFAD-85BD-7025-A4F20557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CA247-B43D-9296-CE0E-F6AA22E9B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47E8-6EF4-4D84-95A6-A6316AF3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757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EBC3AB-44C9-EF76-CCE8-E0ED97010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D5533-376D-B198-72CD-C36A6D9E8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66B77-502B-5E17-EDB2-468BD3AE1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C64A1-D7C0-4DAF-9D19-F0B5802B043D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0D2DA-4F0F-F05E-22AB-F79E38D00D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4FE93-B98E-696F-4372-6DA02C315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4C47E8-6EF4-4D84-95A6-A6316AF3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28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7B88C3-5656-0544-3AED-C0E70D18B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7246"/>
          </a:xfrm>
        </p:spPr>
        <p:txBody>
          <a:bodyPr>
            <a:normAutofit fontScale="90000"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4400" b="1" kern="0" spc="6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br>
              <a:rPr lang="en-IN" sz="2800" kern="100" spc="-1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kern="100" spc="-1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pc="-15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AF38B3A-7216-764B-5150-06436360DB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5629"/>
            <a:ext cx="11289034" cy="2525485"/>
          </a:xfrm>
        </p:spPr>
      </p:pic>
    </p:spTree>
    <p:extLst>
      <p:ext uri="{BB962C8B-B14F-4D97-AF65-F5344CB8AC3E}">
        <p14:creationId xmlns:p14="http://schemas.microsoft.com/office/powerpoint/2010/main" val="3422808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DB62AB-D8FD-B0D1-6DAA-1CD2E8392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0959" y="120603"/>
            <a:ext cx="6071016" cy="35696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02CBCF-694E-A161-E3E1-03A151526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4643"/>
            <a:ext cx="5894322" cy="26506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C72AC8-15C2-5FBA-E7D9-CB68A3501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926" y="4533416"/>
            <a:ext cx="7192464" cy="206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6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2478E9-2A45-0ABD-6FCE-58E852BDC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037" y="409881"/>
            <a:ext cx="10849925" cy="525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792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1A488A-A219-35CF-492C-2C033BB8F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1016" cy="35696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B5D24F-3D41-1C91-CA6A-BD40A4770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951" y="4022241"/>
            <a:ext cx="7558153" cy="205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708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7E9E0B-D66A-99D0-3A2D-D830BB360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680" y="1055420"/>
            <a:ext cx="10313523" cy="450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667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3DC620-B038-6FAA-FA07-4AE631B3F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1016" cy="35696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FC6FCB-65CA-39CB-DD74-229FF1017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387" y="3827195"/>
            <a:ext cx="7087233" cy="255183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064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FF0171-FA86-08D7-D5A3-9444EEEA5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1016" cy="35696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1D7423-2346-C901-E829-4CEA7D019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844" y="4203210"/>
            <a:ext cx="7124598" cy="241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86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529C30-BFEE-264C-D334-A407B8CC4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6" y="636318"/>
            <a:ext cx="12118074" cy="510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066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7AF951-0300-EDF2-9FB2-9A674CB93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226629" cy="41039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D3733-A4B7-C5F8-710F-E900CFC0F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047" y="206829"/>
            <a:ext cx="6596821" cy="2860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4F60B4-CA8A-C8C0-99B0-E3570C629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991" y="4352439"/>
            <a:ext cx="8082620" cy="240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4312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61A9E7-AD00-7680-8A4B-F00831961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5" y="463518"/>
            <a:ext cx="12647669" cy="465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460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B7047F-E9B1-3700-6E99-E51BF0F79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24555" cy="410296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83F969-2FD4-A41E-8391-718964E7C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917388">
            <a:off x="1257071" y="4288494"/>
            <a:ext cx="9934967" cy="179662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605850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508830-0683-3C15-FDC0-7C1A08538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24555" cy="410296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50023E-26C3-08DE-5CDC-5EE1F4CCE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349480">
            <a:off x="2922675" y="3980969"/>
            <a:ext cx="8387582" cy="166373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73338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CEB73A-3444-CC01-6652-8A974BEEA912}"/>
              </a:ext>
            </a:extLst>
          </p:cNvPr>
          <p:cNvSpPr txBox="1"/>
          <p:nvPr/>
        </p:nvSpPr>
        <p:spPr>
          <a:xfrm>
            <a:off x="2111828" y="0"/>
            <a:ext cx="8284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Contains a character at any place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312C2E-AD67-9A7E-C21B-9CA8326C2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55" y="523219"/>
            <a:ext cx="6009445" cy="429617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88B068-BACF-6274-2E2F-07764BFCC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597" y="875811"/>
            <a:ext cx="5591150" cy="313013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7308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1A2902-D872-E36A-2DB1-31CF4F178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55" y="76905"/>
            <a:ext cx="6009445" cy="429617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4774F3-6132-D1A6-CC78-83467F0FD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658" y="2804378"/>
            <a:ext cx="8079441" cy="374882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75365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4A6FAE-7DF8-307E-FE8C-50758BC8C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55" y="76905"/>
            <a:ext cx="6009445" cy="429617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4BC5AE-C1B3-94A1-6FA2-3EF12A5DA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516" y="4373075"/>
            <a:ext cx="9781881" cy="227423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216046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DB5EB-70C2-C07E-05C8-0FA01FEC7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43" y="108858"/>
            <a:ext cx="10776857" cy="12192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Starts and ends with same pattern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EEC6E9-1FAF-6468-1C6D-AFF7E3C94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3" y="1187884"/>
            <a:ext cx="12163195" cy="236346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EF2182-1988-775B-F75B-36C457BE0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128" y="4245729"/>
            <a:ext cx="8160707" cy="105561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09324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15</Words>
  <Application>Microsoft Office PowerPoint</Application>
  <PresentationFormat>Widescreen</PresentationFormat>
  <Paragraphs>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Office Theme</vt:lpstr>
      <vt:lpstr>LIKE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Starts and ends with same pattern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murali krishna</dc:creator>
  <cp:lastModifiedBy>murali krishna</cp:lastModifiedBy>
  <cp:revision>22</cp:revision>
  <dcterms:created xsi:type="dcterms:W3CDTF">2025-02-04T08:25:38Z</dcterms:created>
  <dcterms:modified xsi:type="dcterms:W3CDTF">2025-02-05T08:00:25Z</dcterms:modified>
</cp:coreProperties>
</file>