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73" r:id="rId15"/>
    <p:sldId id="274" r:id="rId16"/>
    <p:sldId id="275" r:id="rId17"/>
    <p:sldId id="276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6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974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477" y="9525"/>
            <a:ext cx="1728522" cy="140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283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074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2770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406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76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8816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455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5667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166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0988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AutoShape 4" descr="https://logowik.com/content/uploads/images/vvit-vasireddy-venkatadri-institute-of-technology1773.logowik.com.webp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82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oShape 2" descr="https://logowik.com/content/uploads/images/vvit-vasireddy-venkatadri-institute-of-technology1773.logowik.com.webp"/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061" y="-19327"/>
            <a:ext cx="1763939" cy="143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B7461-B93D-4D59-B4AB-F17467B1955F}" type="datetimeFigureOut">
              <a:rPr lang="en-IN" smtClean="0"/>
              <a:t>28-05-2025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887E0-33B5-4987-83C2-A595BA35F7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02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 Techniques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49829" y="-225425"/>
            <a:ext cx="10363200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085" y="-225426"/>
            <a:ext cx="2032001" cy="14606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1143" y="-225425"/>
            <a:ext cx="10145486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571" y="-22542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5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33575" y="-225425"/>
            <a:ext cx="10772775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347" y="-22542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127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03086" y="-225425"/>
            <a:ext cx="9971316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515" y="-22542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87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0457" y="-225425"/>
            <a:ext cx="10334171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459" y="-22542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1143" y="137432"/>
            <a:ext cx="10087429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459" y="-771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0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5029" y="-225425"/>
            <a:ext cx="10145489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459" y="-22542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79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75657" y="-225425"/>
            <a:ext cx="10043886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459" y="-22542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1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3771" y="-225425"/>
            <a:ext cx="9753600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459" y="-22542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19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9886" y="-225425"/>
            <a:ext cx="9869715" cy="731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459" y="-225426"/>
            <a:ext cx="2032001" cy="146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92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8391"/>
            <a:ext cx="8229600" cy="1143000"/>
          </a:xfrm>
        </p:spPr>
        <p:txBody>
          <a:bodyPr/>
          <a:lstStyle/>
          <a:p>
            <a:r>
              <a:rPr lang="en-US" b="1" dirty="0"/>
              <a:t>B+ Trees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199" y="1166018"/>
            <a:ext cx="8937171" cy="5136811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B+ Tree is a type of data structure used in computer science to store and organize data.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special kind of tree where all the values (data) are stored in the leaf nodes, and the internal nodes are used only for indexing (like a table of contents).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 helps in quickly finding, inserting, and deleting data.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B Plus Tree, the leaf nodes are linked together like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makes it easy to find a range of values quickly.</a:t>
            </a:r>
          </a:p>
        </p:txBody>
      </p:sp>
    </p:spTree>
    <p:extLst>
      <p:ext uri="{BB962C8B-B14F-4D97-AF65-F5344CB8AC3E}">
        <p14:creationId xmlns:p14="http://schemas.microsoft.com/office/powerpoint/2010/main" val="1259056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15686" y="-17167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Properties of B+ Tree</a:t>
            </a:r>
            <a:endParaRPr lang="en-IN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099458"/>
            <a:ext cx="9144000" cy="575854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Balanced Tree Structure:</a:t>
            </a:r>
            <a:r>
              <a:rPr lang="en-US" dirty="0"/>
              <a:t> B+ Trees are balanced, meaning all leaf nodes are at the same level.</a:t>
            </a:r>
          </a:p>
          <a:p>
            <a:r>
              <a:rPr lang="en-US" b="1" dirty="0"/>
              <a:t>Leaf Nodes Store All Values:</a:t>
            </a:r>
            <a:r>
              <a:rPr lang="en-US" dirty="0"/>
              <a:t> All actual data values are stored in the leaf nodes.</a:t>
            </a:r>
          </a:p>
          <a:p>
            <a:r>
              <a:rPr lang="en-US" b="1" dirty="0"/>
              <a:t>Internal Nodes for Indexing:</a:t>
            </a:r>
            <a:r>
              <a:rPr lang="en-US" dirty="0"/>
              <a:t> Internal nodes contain only keys and pointers to child nodes.</a:t>
            </a:r>
          </a:p>
          <a:p>
            <a:r>
              <a:rPr lang="en-US" b="1" dirty="0"/>
              <a:t>Linked List of Leaf Nodes:</a:t>
            </a:r>
            <a:r>
              <a:rPr lang="en-US" dirty="0"/>
              <a:t> Leaf nodes are linked together in a linked list.</a:t>
            </a:r>
          </a:p>
          <a:p>
            <a:r>
              <a:rPr lang="en-US" b="1" dirty="0"/>
              <a:t>Order of the Tree:</a:t>
            </a:r>
            <a:r>
              <a:rPr lang="en-US" dirty="0"/>
              <a:t> The order (m) of a B+ Tree defines the maximum number of children each internal node can have.</a:t>
            </a:r>
          </a:p>
          <a:p>
            <a:r>
              <a:rPr lang="en-US" b="1" dirty="0"/>
              <a:t>Minimum Degree:</a:t>
            </a:r>
            <a:r>
              <a:rPr lang="en-US" dirty="0"/>
              <a:t> The minimum degree (t) of a B+ Tree is defined as ⌈m/2⌉.</a:t>
            </a:r>
          </a:p>
          <a:p>
            <a:r>
              <a:rPr lang="en-US" b="1" dirty="0"/>
              <a:t>Efficient Disk Read/Write:</a:t>
            </a:r>
            <a:r>
              <a:rPr lang="en-US" dirty="0"/>
              <a:t> B+ Trees are designed to minimize disk I/O operations.</a:t>
            </a:r>
          </a:p>
        </p:txBody>
      </p:sp>
    </p:spTree>
    <p:extLst>
      <p:ext uri="{BB962C8B-B14F-4D97-AF65-F5344CB8AC3E}">
        <p14:creationId xmlns:p14="http://schemas.microsoft.com/office/powerpoint/2010/main" val="4049401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4171" y="10046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Nodes in B+ Tree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4171" y="1600200"/>
            <a:ext cx="8512629" cy="4983162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B+ Tree, nodes are of two main types: internal nodes and leaf nodes. 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nodes are used for indexing and routing purposes within the tree. They do not store actual data values but rather keys that help in navigating the tree.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nodes store the actual data values. All the data in a B+ Tree is contained within the leaf nodes.</a:t>
            </a:r>
          </a:p>
        </p:txBody>
      </p:sp>
    </p:spTree>
    <p:extLst>
      <p:ext uri="{BB962C8B-B14F-4D97-AF65-F5344CB8AC3E}">
        <p14:creationId xmlns:p14="http://schemas.microsoft.com/office/powerpoint/2010/main" val="4009981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9686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Order of B+ Tree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3285" y="1230085"/>
            <a:ext cx="8719458" cy="562791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a B+ Tree, often denoted as m, is a fundamental property that determines the tree's structure and balance. The order of a B+ Tree specifies the maximum number of children that any node in the tree can have. Here’s a detailed explanation of what the order of a B+ Tree means and its implications: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a B+ Tree is the maximum number of children that any internal node can have.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B+ Tree of order m: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internal node can have at most m children.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internal node (except the root) must have at least (m/2) children.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internal node must have between (m/2) - 1 and m - 1 keys.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leaf node must have between (m/2) and m values.</a:t>
            </a:r>
          </a:p>
        </p:txBody>
      </p:sp>
    </p:spTree>
    <p:extLst>
      <p:ext uri="{BB962C8B-B14F-4D97-AF65-F5344CB8AC3E}">
        <p14:creationId xmlns:p14="http://schemas.microsoft.com/office/powerpoint/2010/main" val="2847596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-204334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B+ Trees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132114"/>
            <a:ext cx="9002486" cy="5573486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B+ Trees support various operations such as insertion, deletion, and searching. These operations ensure that the tree remains balanced and efficient for data retrieval and modification.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Insertion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the root and find the appropriate leaf node where the key should be inserted.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key in the leaf node in sorted order.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the Node (if necessary):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leaf node has more than m−1 keys after insertion, split the node into two.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the middle key to the parent node.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parent node also overflows, repeat the splitting process up to the root.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leaf nodes are linked correctly after any split.</a:t>
            </a:r>
          </a:p>
        </p:txBody>
      </p:sp>
    </p:spTree>
    <p:extLst>
      <p:ext uri="{BB962C8B-B14F-4D97-AF65-F5344CB8AC3E}">
        <p14:creationId xmlns:p14="http://schemas.microsoft.com/office/powerpoint/2010/main" val="114957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5943" y="-171676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Operations on B+ Trees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37457" y="794657"/>
            <a:ext cx="8349343" cy="5943599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Deletion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from the root and find the leaf node containing the key.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key from the leaf node.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or Redistribute Nodes (if necessary):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leaf node has fewer than ⌈m/2⌉ keys after deletion, merge or redistribute nodes.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merging, remove the corresponding key from the parent and merge nodes.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parent node underflows, repeat the process up to the root.</a:t>
            </a:r>
          </a:p>
        </p:txBody>
      </p:sp>
    </p:spTree>
    <p:extLst>
      <p:ext uri="{BB962C8B-B14F-4D97-AF65-F5344CB8AC3E}">
        <p14:creationId xmlns:p14="http://schemas.microsoft.com/office/powerpoint/2010/main" val="2165747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713</Words>
  <Application>Microsoft Office PowerPoint</Application>
  <PresentationFormat>On-screen Show (4:3)</PresentationFormat>
  <Paragraphs>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Custom Design</vt:lpstr>
      <vt:lpstr>Indexing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B+ Trees</vt:lpstr>
      <vt:lpstr>Properties of B+ Tree</vt:lpstr>
      <vt:lpstr>Nodes in B+ Tree</vt:lpstr>
      <vt:lpstr>Order of B+ Tree</vt:lpstr>
      <vt:lpstr>Operations on B+ Trees</vt:lpstr>
      <vt:lpstr>Operations on B+ Trees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Joins - Explanation &amp; Examples</dc:title>
  <dc:creator>Chakravarthy T S</dc:creator>
  <dc:description>generated using python-pptx</dc:description>
  <cp:lastModifiedBy>murali krishna</cp:lastModifiedBy>
  <cp:revision>69</cp:revision>
  <dcterms:created xsi:type="dcterms:W3CDTF">2013-01-27T09:14:16Z</dcterms:created>
  <dcterms:modified xsi:type="dcterms:W3CDTF">2025-05-28T15:19:06Z</dcterms:modified>
</cp:coreProperties>
</file>